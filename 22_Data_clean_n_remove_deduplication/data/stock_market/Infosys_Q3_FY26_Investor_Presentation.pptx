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Infosys Limited — Q3 FY26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 Ended December 31, 2025</a:t>
            </a:r>
          </a:p>
          <a:p>
            <a:r>
              <a:t>Generated on 2026-02-28 12:21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Revenue: ₹45,479 crore</a:t>
            </a:r>
          </a:p>
          <a:p>
            <a:pPr lvl="1"/>
            <a:r>
              <a:t>Net Profit: ₹6,654 crore</a:t>
            </a:r>
          </a:p>
          <a:p>
            <a:pPr lvl="1"/>
            <a:r>
              <a:t>Operating Margin: 18.4%</a:t>
            </a:r>
          </a:p>
          <a:p>
            <a:pPr lvl="1"/>
            <a:r>
              <a:t>Free Cash Flow: $915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Financial Services: ₹13,500 crore</a:t>
            </a:r>
          </a:p>
          <a:p>
            <a:pPr lvl="1"/>
            <a:r>
              <a:t>Retail: ₹9,200 crore</a:t>
            </a:r>
          </a:p>
          <a:p>
            <a:pPr lvl="1"/>
            <a:r>
              <a:t>Manufacturing: ₹8,700 crore</a:t>
            </a:r>
          </a:p>
          <a:p>
            <a:pPr lvl="1"/>
            <a:r>
              <a:t>Energy &amp; Utilities: ₹5,400 crore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Macroeconomic slowdown</a:t>
            </a:r>
          </a:p>
          <a:p>
            <a:pPr lvl="1"/>
            <a:r>
              <a:t>Currency fluctuations</a:t>
            </a:r>
          </a:p>
          <a:p>
            <a:pPr lvl="1"/>
            <a:r>
              <a:t>Competitive pricing pressure</a:t>
            </a:r>
          </a:p>
          <a:p>
            <a:pPr lvl="1"/>
            <a:r>
              <a:t>Talent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</Words>
  <Application>Microsoft Office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Infosys Limited — Q3 FY26 Results</vt:lpstr>
      <vt:lpstr>Financial Summary</vt:lpstr>
      <vt:lpstr>Segment Performance</vt:lpstr>
      <vt:lpstr>Key Risks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Ratnamala Swami</cp:lastModifiedBy>
  <cp:revision>1</cp:revision>
  <dcterms:created xsi:type="dcterms:W3CDTF">2013-01-27T09:14:16Z</dcterms:created>
  <dcterms:modified xsi:type="dcterms:W3CDTF">2026-03-03T17:40:55Z</dcterms:modified>
  <cp:category/>
</cp:coreProperties>
</file>